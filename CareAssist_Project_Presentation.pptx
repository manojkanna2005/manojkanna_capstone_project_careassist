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Medical Billing and Claims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Management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177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3520"/>
                </a:solidFill>
              </a:rPr>
              <a:t>Project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6217920" cy="0"/>
          </a:xfrm>
          <a:prstGeom prst="line">
            <a:avLst/>
          </a:prstGeom>
          <a:noFill/>
          <a:ln w="25400">
            <a:solidFill>
              <a:srgbClr val="F2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816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</a:rPr>
              <a:t>Student 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27614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C39"/>
                </a:solidFill>
              </a:rPr>
              <a:t>MANOJKANNA 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</a:rPr>
              <a:t>Trainer 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C39"/>
                </a:solidFill>
              </a:rPr>
              <a:t>________________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986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</a:rPr>
              <a:t>Project Name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3931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C39"/>
                </a:solidFill>
              </a:rPr>
              <a:t>CareAssist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4800600"/>
            <a:ext cx="2743200" cy="329184"/>
          </a:xfrm>
          <a:prstGeom prst="round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48737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+ Spring Boot + 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43800" y="4800600"/>
            <a:ext cx="1417320" cy="329184"/>
          </a:xfrm>
          <a:prstGeom prst="roundRect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487375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JWT + OAuth2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25712" y="4800600"/>
            <a:ext cx="1600200" cy="329184"/>
          </a:xfrm>
          <a:prstGeom prst="roundRect">
            <a:avLst/>
          </a:prstGeom>
          <a:solidFill>
            <a:srgbClr val="B935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4584" y="48737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+ 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healthcare web application for billing, invoices, claims, and role-based operations.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029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20"/>
                </a:solidFill>
              </a:rPr>
              <a:t>What the system does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3891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C39"/>
                </a:solidFill>
              </a:rPr>
              <a:t>CareAssist connects patients, healthcare providers, insurance companies, and administrators in one platform. It supports medical invoice generation, payments, claim submission, claim approval, and user account management.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572000"/>
            <a:ext cx="4389120" cy="658368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73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3520"/>
                </a:solidFill>
              </a:rPr>
              <a:t>Main goal: reduce manual billing and claim tracking work.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000000">
                <a:alpha val="8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73152" cy="1325880"/>
          </a:xfrm>
          <a:prstGeom prst="rect">
            <a:avLst/>
          </a:prstGeom>
          <a:solidFill>
            <a:srgbClr val="144F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4FD7"/>
                </a:solidFill>
              </a:rPr>
              <a:t>Patient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28232" y="207568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View invoices, pay bills, submit claims, manage insurance and profile.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915400" y="141732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15400" y="1417320"/>
            <a:ext cx="73152" cy="132588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4C4C"/>
                </a:solidFill>
              </a:rPr>
              <a:t>Provider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71432" y="207568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Generate invoices, notify patients, view provider invoices and requests.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172200" y="306324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3063240"/>
            <a:ext cx="73152" cy="1325880"/>
          </a:xfrm>
          <a:prstGeom prst="rect">
            <a:avLst/>
          </a:prstGeom>
          <a:solidFill>
            <a:srgbClr val="0E8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8A4A"/>
                </a:solidFill>
              </a:rPr>
              <a:t>Insurance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28232" y="372160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Review submitted claims and approve or reject insurance coverage.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915400" y="306324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000000">
                <a:alpha val="8e+2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15400" y="3063240"/>
            <a:ext cx="73152" cy="1325880"/>
          </a:xfrm>
          <a:prstGeom prst="rect">
            <a:avLst/>
          </a:prstGeom>
          <a:solidFill>
            <a:srgbClr val="B935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3520"/>
                </a:solidFill>
              </a:rPr>
              <a:t>Admin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71432" y="372160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Monitor dashboard, manage users, patients, providers, payments, and claims.</a:t>
            </a:r>
            <a:endParaRPr lang="en-US" sz="12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database, security, and deployment tools used in CareAssist.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000000">
                <a:alpha val="8e+2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417320"/>
            <a:ext cx="73152" cy="1508760"/>
          </a:xfrm>
          <a:prstGeom prst="rect">
            <a:avLst/>
          </a:prstGeom>
          <a:solidFill>
            <a:srgbClr val="144F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4FD7"/>
                </a:solidFill>
              </a:rPr>
              <a:t>Frontend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React, JSX, Axios, CSS, Bootstrap-style layout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441655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000000">
                <a:alpha val="8e+3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6552" y="1417320"/>
            <a:ext cx="73152" cy="150876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4C4C"/>
                </a:solidFill>
              </a:rPr>
              <a:t>Backend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7258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Java 21, Spring Boot, REST API, Service layer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11987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000000">
                <a:alpha val="8e+3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1417320"/>
            <a:ext cx="73152" cy="1508760"/>
          </a:xfrm>
          <a:prstGeom prst="rect">
            <a:avLst/>
          </a:prstGeom>
          <a:solidFill>
            <a:srgbClr val="0E8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8A4A"/>
                </a:solidFill>
              </a:rPr>
              <a:t>Database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MySQL, Spring Data JPA, Hibernate ORM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71323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000000">
                <a:alpha val="8e+4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3474720"/>
            <a:ext cx="73152" cy="1508760"/>
          </a:xfrm>
          <a:prstGeom prst="rect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C39"/>
                </a:solidFill>
              </a:rPr>
              <a:t>Security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926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Spring Security, JWT authentication, GitHub OAuth2 login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441655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000000">
                <a:alpha val="8e+4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3474720"/>
            <a:ext cx="73152" cy="1508760"/>
          </a:xfrm>
          <a:prstGeom prst="rect">
            <a:avLst/>
          </a:prstGeom>
          <a:solidFill>
            <a:srgbClr val="B935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3520"/>
                </a:solidFill>
              </a:rPr>
              <a:t>Documents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7258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PDF invoice generation and email notification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11987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000000">
                <a:alpha val="8e+53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3474720"/>
            <a:ext cx="73152" cy="150876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4C4C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7590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Docker, AWS EC2 backend, AWS S3 frontend hosting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713232" y="5596128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5715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C39"/>
                </a:solidFill>
              </a:rPr>
              <a:t>Layered architecture used: Controller → Service → Repository → MySQL Database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the CareAssist system.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000000">
                <a:alpha val="8e+5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592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3520"/>
                </a:solidFill>
              </a:rPr>
              <a:t>Login / OAuth2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5C"/>
                </a:solidFill>
              </a:rPr>
              <a:t>User signs in and receives role-based access.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000000">
                <a:alpha val="7.999999999999999e+6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75304" y="2148840"/>
            <a:ext cx="530352" cy="530352"/>
          </a:xfrm>
          <a:prstGeom prst="ellipse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72384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C39"/>
                </a:solidFill>
              </a:rPr>
              <a:t>Role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72384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5C"/>
                </a:solidFill>
              </a:rPr>
              <a:t>Patient, provider, insurance, and admin see separate modules.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5504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000000">
                <a:alpha val="7.999999999999999e+6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43016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3520"/>
                </a:solidFill>
              </a:rPr>
              <a:t>Invoice &amp; Claim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40096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5C"/>
                </a:solidFill>
              </a:rPr>
              <a:t>Provider generates invoice; patient pays or submits claim.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68312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000000">
                <a:alpha val="7.999999999999999e+73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10728" y="2148840"/>
            <a:ext cx="530352" cy="530352"/>
          </a:xfrm>
          <a:prstGeom prst="ellipse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07808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C39"/>
                </a:solidFill>
              </a:rPr>
              <a:t>Approval &amp; Payment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07808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5C"/>
                </a:solidFill>
              </a:rPr>
              <a:t>Insurance/admin track claim and payment status.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36024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000000">
                <a:alpha val="7.999999999999998e+78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78440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78440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3520"/>
                </a:solidFill>
              </a:rPr>
              <a:t>PDF + Email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875520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05C"/>
                </a:solidFill>
              </a:rPr>
              <a:t>Invoice PDF can be downloaded and notification can be sent.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25880" y="507492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C39"/>
                </a:solidFill>
              </a:rPr>
              <a:t>Security control: JWT tokens and role authorization protect each dashboard and API route.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Images: Login and Dashboards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 captured from the CareAssist frontend.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000000">
                <a:alpha val="7.999999999999998e+8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" y="146304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Login page with GitHub OAuth option</a:t>
            </a:r>
            <a:endParaRPr lang="en-US" sz="1200" dirty="0"/>
          </a:p>
        </p:txBody>
      </p:sp>
      <p:pic>
        <p:nvPicPr>
          <p:cNvPr id="11" name="Image 0" descr="/mnt/data/Screenshot 2026-07-09 231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82420"/>
            <a:ext cx="3099816" cy="12600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60520" y="1325880"/>
            <a:ext cx="365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000000">
                <a:alpha val="7.999999999999998e+88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25112" y="146304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Admin dashboard: overview metrics</a:t>
            </a:r>
            <a:endParaRPr lang="en-US" sz="1200" dirty="0"/>
          </a:p>
        </p:txBody>
      </p:sp>
      <p:pic>
        <p:nvPicPr>
          <p:cNvPr id="14" name="Image 1" descr="/mnt/data/Screenshot 2026-07-09 2318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767" y="1783080"/>
            <a:ext cx="2989107" cy="1435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160520" y="3749040"/>
            <a:ext cx="365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000000">
                <a:alpha val="7.9999999999999985e+93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25112" y="388620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Patient dashboard: invoices and claims</a:t>
            </a:r>
            <a:endParaRPr lang="en-US" sz="1200" dirty="0"/>
          </a:p>
        </p:txBody>
      </p:sp>
      <p:pic>
        <p:nvPicPr>
          <p:cNvPr id="17" name="Image 2" descr="/mnt/data/Screenshot 2026-07-09 23104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4248242"/>
            <a:ext cx="3328416" cy="13516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138160" y="13258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000000">
                <a:alpha val="7.999999999999999e+98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38160" y="1325880"/>
            <a:ext cx="73152" cy="4480560"/>
          </a:xfrm>
          <a:prstGeom prst="rect">
            <a:avLst/>
          </a:prstGeom>
          <a:solidFill>
            <a:srgbClr val="B935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394192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3520"/>
                </a:solidFill>
              </a:rPr>
              <a:t>Role-based UI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94192" y="1984248"/>
            <a:ext cx="2852928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Each login role opens different navigation and features. The admin panel focuses on operations, while patient pages focus on invoices, payments, plans, and claims.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Images: Provider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side account update and patient notification screens.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000000">
                <a:alpha val="7.999999999999998e+10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146304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Account settings and profile picture management</a:t>
            </a:r>
            <a:endParaRPr lang="en-US" sz="1200" dirty="0"/>
          </a:p>
        </p:txBody>
      </p:sp>
      <p:pic>
        <p:nvPicPr>
          <p:cNvPr id="11" name="Image 0" descr="/mnt/data/Screenshot 2026-07-09 2319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14186"/>
            <a:ext cx="4974336" cy="239655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3258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000000">
                <a:alpha val="7.999999999999998e+108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28232" y="146304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Notify patient after invoice creation</a:t>
            </a:r>
            <a:endParaRPr lang="en-US" sz="1200" dirty="0"/>
          </a:p>
        </p:txBody>
      </p:sp>
      <p:pic>
        <p:nvPicPr>
          <p:cNvPr id="14" name="Image 1" descr="/mnt/data/Screenshot 2026-07-09 2322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706010"/>
            <a:ext cx="4974336" cy="2012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Images: Invoice PDF and User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invoice document and admin user management view.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2926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000000">
                <a:alpha val="7.999999999999999e+11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137160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Generated PDF invoice</a:t>
            </a:r>
            <a:endParaRPr lang="en-US" sz="1200" dirty="0"/>
          </a:p>
        </p:txBody>
      </p:sp>
      <p:pic>
        <p:nvPicPr>
          <p:cNvPr id="11" name="Image 0" descr="/mnt/data/Screenshot 2026-07-09 232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57299"/>
            <a:ext cx="2596896" cy="36932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86200" y="123444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000000">
                <a:alpha val="7.999999999999999e+118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050792" y="1371600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C39"/>
                </a:solidFill>
              </a:rPr>
              <a:t>Admin manages users and active status</a:t>
            </a:r>
            <a:endParaRPr lang="en-US" sz="1200" dirty="0"/>
          </a:p>
        </p:txBody>
      </p:sp>
      <p:pic>
        <p:nvPicPr>
          <p:cNvPr id="14" name="Image 1" descr="/mnt/data/Screenshot 2026-07-09 2324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2895944"/>
            <a:ext cx="4425696" cy="181591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961120" y="12344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000000">
                <a:alpha val="7.999999999999999e+123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0" y="1234440"/>
            <a:ext cx="73152" cy="484632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17152" y="1463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4C4C"/>
                </a:solidFill>
              </a:rPr>
              <a:t>Verified outputs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217152" y="1892808"/>
            <a:ext cx="2121408" cy="4005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71C39"/>
                </a:solidFill>
              </a:rPr>
              <a:t>The PDF includes invoice number, patient details, provider details, charges, tax, insurance paid amount, patient paid amount, and remaining balance.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tables and relationships for the CareAssist MySQL database.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000000">
                <a:alpha val="7.999999999999999e+128"/>
              </a:srgbClr>
            </a:outerShdw>
          </a:effectLst>
        </p:spPr>
      </p:sp>
      <p:pic>
        <p:nvPicPr>
          <p:cNvPr id="10" name="Image 0" descr="/mnt/data/careassist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858" y="1463040"/>
            <a:ext cx="87600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Diagram: Entity Classes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Entity-level class relationships used by the backend domain model.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000000">
                <a:alpha val="7.999999999999999e+133"/>
              </a:srgbClr>
            </a:outerShdw>
          </a:effectLst>
        </p:spPr>
      </p:sp>
      <p:pic>
        <p:nvPicPr>
          <p:cNvPr id="10" name="Image 0" descr="/mnt/data/careassist_uml/careassist-entity-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96" y="1371600"/>
            <a:ext cx="830320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Diagram: Service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classes connect API controllers, security, repositories, and business operations.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000000">
                <a:alpha val="7.999999999999999e+138"/>
              </a:srgbClr>
            </a:outerShdw>
          </a:effectLst>
        </p:spPr>
      </p:sp>
      <p:pic>
        <p:nvPicPr>
          <p:cNvPr id="10" name="Image 0" descr="/mnt/data/careassist_service_uml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0925" y="1417320"/>
            <a:ext cx="681395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C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CareAssist completed a full-stack workflow from login to invoice, payment, claim, PDF, and notification.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4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CareAssist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6464"/>
                </a:solidFill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0789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0E0"/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000000">
                <a:alpha val="7.999999999999998e+14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783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93520"/>
                </a:solidFill>
              </a:rPr>
              <a:t>Final Outcome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97840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071C39"/>
                </a:solidFill>
              </a:rPr>
              <a:t>Implemented separate dashboards for Admin, Patient, Provider, and Insurance roles.</a:t>
            </a:r>
            <a:endParaRPr lang="en-US" sz="1500" dirty="0"/>
          </a:p>
          <a:p>
            <a:r>
              <a:rPr lang="en-US" sz="1500" dirty="0">
                <a:solidFill>
                  <a:srgbClr val="071C39"/>
                </a:solidFill>
              </a:rPr>
              <a:t>Integrated Spring Boot APIs with the React frontend using secure role-based access.</a:t>
            </a:r>
            <a:endParaRPr lang="en-US" sz="1500" dirty="0"/>
          </a:p>
          <a:p>
            <a:r>
              <a:rPr lang="en-US" sz="1500" dirty="0">
                <a:solidFill>
                  <a:srgbClr val="071C39"/>
                </a:solidFill>
              </a:rPr>
              <a:t>Generated invoices, handled payments, submitted claims, and created PDF invoice output.</a:t>
            </a:r>
            <a:endParaRPr lang="en-US" sz="1500" dirty="0"/>
          </a:p>
          <a:p>
            <a:r>
              <a:rPr lang="en-US" sz="1500" dirty="0">
                <a:solidFill>
                  <a:srgbClr val="071C39"/>
                </a:solidFill>
              </a:rPr>
              <a:t>Added email notification and profile picture/account management features.</a:t>
            </a:r>
            <a:endParaRPr lang="en-US" sz="1500" dirty="0"/>
          </a:p>
          <a:p>
            <a:r>
              <a:rPr lang="en-US" sz="1500" dirty="0">
                <a:solidFill>
                  <a:srgbClr val="071C39"/>
                </a:solidFill>
              </a:rPr>
              <a:t>Prepared database and UML diagrams to explain the backend structure clearly.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5074920"/>
            <a:ext cx="5120640" cy="475488"/>
          </a:xfrm>
          <a:prstGeom prst="round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52120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Hexaware Training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CareAssist - Medical Billing and Claims Management System</dc:title>
  <dc:subject>CareAssist Project Presentation</dc:subject>
  <dc:creator>MANOJKANNA S</dc:creator>
  <cp:lastModifiedBy>MANOJKANNA S</cp:lastModifiedBy>
  <cp:revision>1</cp:revision>
  <dcterms:created xsi:type="dcterms:W3CDTF">2026-07-09T18:03:25Z</dcterms:created>
  <dcterms:modified xsi:type="dcterms:W3CDTF">2026-07-09T18:03:25Z</dcterms:modified>
</cp:coreProperties>
</file>